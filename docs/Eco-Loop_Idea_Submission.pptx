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endra-kausik/eco-loop-building-age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549199"/>
            <a:ext cx="11674983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GB" sz="2400" dirty="0"/>
              <a:t> Eco-Loop Building Agents: Autonomous Closed-Loop Building Energy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GB" sz="2400" dirty="0"/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</a:t>
            </a:r>
            <a:r>
              <a:rPr lang="en-GB" sz="2400" dirty="0"/>
              <a:t> Mahendra Kausik Vankadara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</a:t>
            </a:r>
            <a:r>
              <a:rPr lang="en-GB" sz="2400" dirty="0"/>
              <a:t> PES1UG23AM163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GB" sz="3400" b="1" i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Eco-Loop: A Self-Correcting Building That Negotiates Its Own Energy Use</a:t>
            </a:r>
            <a:endParaRPr lang="en-US" sz="3400" b="1" i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986393"/>
            <a:ext cx="12191999" cy="5663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What it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A closed control loop: </a:t>
            </a:r>
            <a:r>
              <a:rPr lang="en-GB" sz="1500" b="1" dirty="0" err="1">
                <a:latin typeface="Arial" pitchFamily="34" charset="0"/>
                <a:cs typeface="Arial" pitchFamily="34" charset="0"/>
              </a:rPr>
              <a:t>EnergyPlus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simulates a real 5-zone building; an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open-weight LLM 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(gpt-oss-120b) reads live zone state every simulated hour and injects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new HVAC setpoints back into the running simulation- 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one process, in-memory, no human in the loop.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The LLM doesn't just react to temperature. It reasons against a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24 h grid carbon-intensity + tariff forecast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, occupancy lookahead, weather lookahead, CO₂/IAQ, humidity, and a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peak-demand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threshold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then pre-cools into clean, cheap hours and sets back hard when the building empties.</a:t>
            </a:r>
            <a:br>
              <a:rPr lang="en-GB" sz="1500" dirty="0">
                <a:latin typeface="Arial" pitchFamily="34" charset="0"/>
                <a:cs typeface="Arial" pitchFamily="34" charset="0"/>
              </a:rPr>
            </a:br>
            <a:endParaRPr lang="en-GB" sz="1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Traditional BMS runs rigid schedules. Measured on a matched 7-simulated-day run, same weather, same building: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−8.8% total facility electricity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,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-23.3% HVAC-only electricity, and comfort improved 12.4 points (80.7% -&gt; 93.1% of occupied hours with PMV in [-0.5, +0.5]).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Savings are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not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taken out of occupants' comfort- the usual trade-off is inverted. Reheat gas also fell 32.9 -&gt; 3.6 kWh and peak demand 19.9 -&gt; 19.0 kW.</a:t>
            </a:r>
            <a:br>
              <a:rPr lang="en-GB" sz="1500" dirty="0">
                <a:latin typeface="Arial" pitchFamily="34" charset="0"/>
                <a:cs typeface="Arial" pitchFamily="34" charset="0"/>
              </a:rPr>
            </a:br>
            <a:endParaRPr lang="en-GB" sz="1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Innovation / uniqueness: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A safety supervisor wraps the LLM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: schema validation -&gt; hard clamps -&gt; anti-thrash rate limiter -&gt; watchdog timeout -&gt; deterministic rule-based fallback. The simulation cannot be killed by a bad, slow, or absent LLM response. A full run completes with the LLM entirely unreachable (shipped as proof).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The LLM beats its own deterministic fallback on energy, HVAC energy, AND comfort simultaneously 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so the intelligence is doing measurable work, not just adding risk.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Genuine self-correction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: the agent was wasting 20+ kWh/day coasting into an empty building because the state digest described the previous hour. Adding one explicit </a:t>
            </a:r>
            <a:r>
              <a:rPr lang="en-GB" sz="1500" dirty="0" err="1">
                <a:latin typeface="Arial" pitchFamily="34" charset="0"/>
                <a:cs typeface="Arial" pitchFamily="34" charset="0"/>
              </a:rPr>
              <a:t>decision_hour_occupied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signal let the model fix itself- no supervisor override needed.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846367"/>
            <a:ext cx="10972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Python 3.11;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EnergyPlus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26.1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driven through its bundled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pyenergyplus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runtime API with in-process callbacks (not file-rewrite-and-rerun, not FMU/BCVTB)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gpt-oss-120b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(OpenAI open-weight), served OpenAI-compatible on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Cerebras+Groq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, round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robined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per call; local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Ollama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documented as a fully offline option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FastMCP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MCP server exposing the same 5 tools;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Pydantic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for strict-JSON decision validation;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Plotly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for the self-contained offline dashboard;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pandas/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numpy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for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Building model: shipped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5ZoneAirCooled.idf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Chicago TMY3 weather, 15-21 July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A70006-A166-45C5-7872-469EEBC2E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7874"/>
            <a:ext cx="12192000" cy="2324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3086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3128" y="633422"/>
            <a:ext cx="10025743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Feasibility: measured, not projected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Runs today on free-tier infrastructure.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168/168 hourly decisions injected, 0 controller errors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165/168 genuine LLM calls, latency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p50 816ms / p95 2120ms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against a 15s watchdog ~7x headroom.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Reliability soak: 14 simulated days (2x the required horizon), 336/336 decisions, zero crashes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 figures come from </a:t>
            </a:r>
            <a:r>
              <a:rPr lang="en-GB" sz="16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EnergyPlus's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own meter file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(eplusmtr.csv), not self-reported totals, so the headline can't be doubted.</a:t>
            </a:r>
            <a:endParaRPr lang="en-GB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 and risks: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~62% of facility electricity is lighting/plug load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no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setpoint can touch which caps the achievable total-kWh%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Free-tier LLM rate limits: an early run had only 43% genuine LLM participation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LLM could return invalid, slow, or no output mid-run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Naive energy accounting silently over-counted by 16.5%</a:t>
            </a:r>
            <a:endParaRPr lang="en-GB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that resolved each: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Report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HVAC-only % as the honest headline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alongside total- state the ceiling rather than hide it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Measured the actual binding limit per provider (they invert: </a:t>
            </a:r>
            <a:r>
              <a:rPr lang="en-GB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Groq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token-bound, Cerebras request-bound) -&gt; per-provider throttles + round-robin took participation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43% -&gt; 98%.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safety supervisor: clamp + watchdog + deterministic fallback. A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100%-fallback run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is shipped as proof the loop survives a total LLM outage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Caught it by reconciling against E+'s own meters; the smoke test now asserts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agreement within 0.5%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as a permanent regression guard (reconciles to 0.00%)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Method, not luck: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Two optimizations (CO₂-gated fan-off, optimal-start pre-heat)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were built, measured, and reverted when the data showed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no net benefit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negative results documented, not buried.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69367" y="6412441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63542"/>
            <a:ext cx="10972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 source: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https://github.com/mahendra-kausik/eco-loop-building-agents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Architecture doc: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docs/ARCHITECTURE.md: tool-calling, prompt strategy, latency management, long-log handling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Dashboard: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results/dashboard.html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Building models: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models/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baseline.idf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+ 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agent_llm_runtime.idf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agent_fallback_runtime.idf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GB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actual applied hour-by-hour schedules baked into real IDF objects, diffable against baseline)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 log: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results/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decision_log.jsonl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(168 decisions with the model's own stated reasoning) + </a:t>
            </a:r>
            <a:r>
              <a:rPr lang="en-US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decision_log_llm_unreachable.jsonl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(the 100%-fallback proof run)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634B75-00A7-51A8-B864-E8A2C731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40663"/>
              </p:ext>
            </p:extLst>
          </p:nvPr>
        </p:nvGraphicFramePr>
        <p:xfrm>
          <a:off x="1442651" y="3171866"/>
          <a:ext cx="9306697" cy="3645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3685">
                  <a:extLst>
                    <a:ext uri="{9D8B030D-6E8A-4147-A177-3AD203B41FA5}">
                      <a16:colId xmlns:a16="http://schemas.microsoft.com/office/drawing/2014/main" val="243089259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2530782598"/>
                    </a:ext>
                  </a:extLst>
                </a:gridCol>
                <a:gridCol w="1491343">
                  <a:extLst>
                    <a:ext uri="{9D8B030D-6E8A-4147-A177-3AD203B41FA5}">
                      <a16:colId xmlns:a16="http://schemas.microsoft.com/office/drawing/2014/main" val="250388775"/>
                    </a:ext>
                  </a:extLst>
                </a:gridCol>
                <a:gridCol w="3058297">
                  <a:extLst>
                    <a:ext uri="{9D8B030D-6E8A-4147-A177-3AD203B41FA5}">
                      <a16:colId xmlns:a16="http://schemas.microsoft.com/office/drawing/2014/main" val="1470385253"/>
                    </a:ext>
                  </a:extLst>
                </a:gridCol>
              </a:tblGrid>
              <a:tr h="368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AI closed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59883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1100.1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1003.6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−8.8%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220451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HVAC-only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413.7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317.3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−23.3%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46436"/>
                  </a:ext>
                </a:extLst>
              </a:tr>
              <a:tr h="38710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Comfort (PMV in band, occupied)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+12.4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021856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Reheat 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32.9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3.6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93716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Peak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19.9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−0.9 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779529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CO₂ (grid-weighted)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663.8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602.2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−61.6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07878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Cost @ ₹6/kWh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₹6079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₹5485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−₹594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87370"/>
                  </a:ext>
                </a:extLst>
              </a:tr>
              <a:tr h="374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Crash-free 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 sim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336/336, 0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349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166842"/>
            <a:ext cx="10972799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documentation &amp; Python Plugin/API guide: energyplus.net (US DOE)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ASHRAE Standard 55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Fanger PMV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thermal comfort model: the basis of the [−0.5, +0.5] comfort band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 Context Protocol (MCP)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specification: modelcontextprotocol.io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gpt-oss-120b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(OpenAI open-weight model), served via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Cerebras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Groq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OpenAI-compatible APIs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ASHRAE Standard 62.1: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ventilation / CO₂ generation defaults used for the IAQ tracer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7734</TotalTime>
  <Words>1095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Eco-Loop: A Self-Correcting Building That Negotiates Its Own Energy Use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Kausik V</cp:lastModifiedBy>
  <cp:revision>154</cp:revision>
  <dcterms:created xsi:type="dcterms:W3CDTF">2013-12-12T18:46:50Z</dcterms:created>
  <dcterms:modified xsi:type="dcterms:W3CDTF">2026-07-26T07:52:33Z</dcterms:modified>
  <cp:category/>
</cp:coreProperties>
</file>