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2400"/>
              <a:t> &lt;FILL: from your SIH portal registration&gt;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2400"/>
              <a:t> Eco-Loop Building Agents -- Autonomous Closed-Loop Building Energy Management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2400"/>
              <a:t> &lt;FILL: from your SIH portal registration&gt;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b="0" sz="2400"/>
              <a:t>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Student Name (Registered on portal)</a:t>
            </a:r>
            <a:r>
              <a:rPr b="0" sz="2400"/>
              <a:t> &lt;FILL: from your SIH portal registration&gt;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Student ID</a:t>
            </a:r>
            <a:r>
              <a:rPr b="0" sz="2400"/>
              <a:t> &lt;FILL: from your SIH portal registration&gt;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3200" b="1" u="sng" dirty="0"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An autonomous closed loop: EnergyPlus simulates the building, an open-weight LLM (gpt-oss-120b) reads live zone state every simulated hour, and a safety-clamped decision writes new HVAC setpoints straight back into the running simulation -- no human in the loop.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Buildings waste energy because fixed schedules can't react to real occupancy, weather, or grid carbon intensity. Here the LLM reasons against forecast context (weather, carbon/tariff, occupancy ahead) and measurably cuts HVAC energy while holding comfort in band -- proven on a matched 7-day baseline-vs-agent run, not simulated on paper.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 safety supervisor wraps the LLM: schema validation, hard clamps, a watchdog timeout, and a deterministic rule-based fallback mean the simulation cannot be killed by a bad, slow, or absent LLM response -- the LLM now also beats its own fallback on energy AND comfort at once.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Python 3.11, EnergyPlus 26.1 via the pyenergyplus runtime API (in-process callbacks, not file-based re-runs), gpt-oss-120b served OpenAI-compatible on Cerebras + Groq (round-robined), FastMCP for spec-compliant tool exposure, Plotly for the evidence dashboard.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EnergyPlus -&gt; tool layer (get_building_state / get_forecast_context / propose_setpoints / inject_setpoints / get_recent_errors, exposed both directly and over MCP) -&gt; LLM decides once per simulated hour -&gt; safety supervisor validates + clamps -&gt; actuator injects setpoints -&gt; loop closes. See docs/ARCHITECTURE.md for the full diagram and prompt strategy.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Measured, not projected, on a matched 7-simulated-day run: +8.8% total electricity, +23.3% HVAC-only electricity, comfort-in-band +12.4 pts vs baseline -- savings aren't taken out of occupant comfort.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~62% of facility electricity is lighting/plug load no setpoint can touch (HVAC-only % is the honest headline); free-tier LLM provider rate limits; the risk of the LLM ever returning invalid or absent output.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Per-provider throttling + round-robin turned 43% genuine LLM participation into 98%+; the safety supervisor's clamp+fallback make provider outages a non-issue (a 100%-fallback run completes with identical reliability); two tuning ideas (CO2-gated fan-off, optimal-start pre-heat) were measured and reverted when the data showed no net benefit -- engineering decisions backed by numbers.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Relevant artifacts, such as 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Full source: https://github.com/mahendra-kausik/eco-loop-building-agents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Self-contained offline dashboard: results/dashboard.html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Headline: 1100 -&gt; 1004 kWh (+8.8%) total; 414 -&gt; 317 kWh (+23.3%) HVAC-only; comfort 80.7% -&gt; 93.1%; peak 19.9 -&gt; 19.0 kW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0"/>
              <a:t> [FILL: paste a dashboard screenshot here] -- open eco-loop-building-agents/results/dashboard.html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EnergyPlus documentation &amp; pyenergyplus API -- energyplus.net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gpt-oss-120b (OpenAI open-weight model) via Cerebras &amp; Groq OpenAI-compatible APIs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Model Context Protocol (MCP) spec -- modelcontextprotocol.io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ASHRAE 55 / Fanger PMV thermal comfort model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