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endra-kausik/eco-loop-building-agent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3" y="549199"/>
            <a:ext cx="11674983" cy="5434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Eco-Loop Building Agents: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AI-Powered Autonomous Smart Building Optimization Challenge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Clean &amp; Green Technology  (Smart Automation / Sustainable Energy)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portal)-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Mahendra Kausik Vankadara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ID-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PES1UG23AM163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pPr eaLnBrk="1" hangingPunct="1"/>
            <a:r>
              <a:rPr lang="en-GB" sz="3400" b="1" i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Eco-Loop: A Self-Correcting Building That Negotiates Its Own Energy Use</a:t>
            </a:r>
            <a:endParaRPr lang="en-US" sz="3400" b="1" i="1" u="sng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986393"/>
            <a:ext cx="12191999" cy="5663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Arial" pitchFamily="34" charset="0"/>
                <a:cs typeface="Arial" pitchFamily="34" charset="0"/>
              </a:rPr>
              <a:t>Proposed 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b="1" dirty="0">
                <a:latin typeface="Arial" pitchFamily="34" charset="0"/>
                <a:cs typeface="Arial" pitchFamily="34" charset="0"/>
              </a:rPr>
              <a:t>What it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>
                <a:latin typeface="Arial" pitchFamily="34" charset="0"/>
                <a:cs typeface="Arial" pitchFamily="34" charset="0"/>
              </a:rPr>
              <a:t>A closed control loop: </a:t>
            </a:r>
            <a:r>
              <a:rPr lang="en-GB" sz="1500" b="1" dirty="0" err="1">
                <a:latin typeface="Arial" pitchFamily="34" charset="0"/>
                <a:cs typeface="Arial" pitchFamily="34" charset="0"/>
              </a:rPr>
              <a:t>EnergyPlus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 simulates a real 5-zone building; an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open-weight LLM 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(gpt-oss-120b) reads live zone state every simulated hour and injects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new HVAC setpoints back into the running simulation- 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one process, in-memory, no human in the loop.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>
                <a:latin typeface="Arial" pitchFamily="34" charset="0"/>
                <a:cs typeface="Arial" pitchFamily="34" charset="0"/>
              </a:rPr>
              <a:t>The LLM doesn't just react to temperature. It reasons against a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24 h grid carbon-intensity + tariff forecast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, occupancy lookahead, weather lookahead, CO₂/IAQ, humidity, and a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peak-demand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threshold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 then pre-cools into clean, cheap hours and sets back hard when the building empties.</a:t>
            </a:r>
            <a:br>
              <a:rPr lang="en-GB" sz="1500" dirty="0">
                <a:latin typeface="Arial" pitchFamily="34" charset="0"/>
                <a:cs typeface="Arial" pitchFamily="34" charset="0"/>
              </a:rPr>
            </a:br>
            <a:endParaRPr lang="en-GB" sz="15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b="1" dirty="0">
                <a:latin typeface="Arial" pitchFamily="34" charset="0"/>
                <a:cs typeface="Arial" pitchFamily="34" charset="0"/>
              </a:rPr>
              <a:t>How it addresses the problem: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>
                <a:latin typeface="Arial" pitchFamily="34" charset="0"/>
                <a:cs typeface="Arial" pitchFamily="34" charset="0"/>
              </a:rPr>
              <a:t>Traditional BMS runs rigid schedules. Measured on a matched 7-simulated-day run, same weather, same building: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−8.8% total facility electricity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,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-23.3% HVAC-only electricity, and comfort improved 12.4 points (80.7% -&gt; 93.1% of occupied hours with PMV in [-0.5, +0.5]).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>
                <a:latin typeface="Arial" pitchFamily="34" charset="0"/>
                <a:cs typeface="Arial" pitchFamily="34" charset="0"/>
              </a:rPr>
              <a:t>Savings are </a:t>
            </a:r>
            <a:r>
              <a:rPr lang="en-GB" sz="1500" b="1" dirty="0">
                <a:latin typeface="Arial" pitchFamily="34" charset="0"/>
                <a:cs typeface="Arial" pitchFamily="34" charset="0"/>
              </a:rPr>
              <a:t>not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 taken out of occupants' comfort- the usual trade-off is inverted. Reheat gas also fell 32.9 -&gt; 3.6 kWh and peak demand 19.9 -&gt; 19.0 kW.</a:t>
            </a:r>
            <a:br>
              <a:rPr lang="en-GB" sz="1500" dirty="0">
                <a:latin typeface="Arial" pitchFamily="34" charset="0"/>
                <a:cs typeface="Arial" pitchFamily="34" charset="0"/>
              </a:rPr>
            </a:br>
            <a:endParaRPr lang="en-GB" sz="15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b="1" dirty="0">
                <a:latin typeface="Arial" pitchFamily="34" charset="0"/>
                <a:cs typeface="Arial" pitchFamily="34" charset="0"/>
              </a:rPr>
              <a:t>Innovation / uniqueness: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b="1" dirty="0">
                <a:latin typeface="Arial" pitchFamily="34" charset="0"/>
                <a:cs typeface="Arial" pitchFamily="34" charset="0"/>
              </a:rPr>
              <a:t>A safety supervisor wraps the LLM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: schema validation -&gt; hard clamps -&gt; anti-thrash rate limiter -&gt; watchdog timeout -&gt; deterministic rule-based fallback. The simulation cannot be killed by a bad, slow, or absent LLM response. A full run completes with the LLM entirely unreachable (shipped as proof).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b="1" dirty="0">
                <a:latin typeface="Arial" pitchFamily="34" charset="0"/>
                <a:cs typeface="Arial" pitchFamily="34" charset="0"/>
              </a:rPr>
              <a:t>The LLM beats its own deterministic fallback on energy, HVAC energy, AND comfort simultaneously 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so the intelligence is doing measurable work, not just adding risk.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b="1" dirty="0">
                <a:latin typeface="Arial" pitchFamily="34" charset="0"/>
                <a:cs typeface="Arial" pitchFamily="34" charset="0"/>
              </a:rPr>
              <a:t>Genuine self-correction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: the agent was wasting 20+ kWh/day coasting into an empty building because the state digest described the previous hour. Adding one explicit </a:t>
            </a:r>
            <a:r>
              <a:rPr lang="en-GB" sz="1500" dirty="0" err="1">
                <a:latin typeface="Arial" pitchFamily="34" charset="0"/>
                <a:cs typeface="Arial" pitchFamily="34" charset="0"/>
              </a:rPr>
              <a:t>decision_hour_occupied</a:t>
            </a:r>
            <a:r>
              <a:rPr lang="en-GB" sz="1500" dirty="0">
                <a:latin typeface="Arial" pitchFamily="34" charset="0"/>
                <a:cs typeface="Arial" pitchFamily="34" charset="0"/>
              </a:rPr>
              <a:t> signal let the model fix itself- no supervisor override needed.</a:t>
            </a:r>
            <a:endParaRPr lang="en-US" sz="15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9287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52400" y="846367"/>
            <a:ext cx="11430000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u="sng" dirty="0">
                <a:latin typeface="Arial" pitchFamily="34" charset="0"/>
                <a:cs typeface="Arial" pitchFamily="34" charset="0"/>
              </a:rPr>
              <a:t>Technologies Used: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Python 3.11; 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EnergyPlus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26.1 </a:t>
            </a:r>
            <a:r>
              <a:rPr lang="en-US" dirty="0">
                <a:latin typeface="Arial" pitchFamily="34" charset="0"/>
                <a:cs typeface="Arial" pitchFamily="34" charset="0"/>
              </a:rPr>
              <a:t>driven through its bundled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pyenergyplus</a:t>
            </a:r>
            <a:r>
              <a:rPr lang="en-US" dirty="0">
                <a:latin typeface="Arial" pitchFamily="34" charset="0"/>
                <a:cs typeface="Arial" pitchFamily="34" charset="0"/>
              </a:rPr>
              <a:t> runtime API with in-process callbacks (not file-rewrite-and-rerun, not FMU/BCVTB)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gpt-oss-120b</a:t>
            </a:r>
            <a:r>
              <a:rPr lang="en-US" dirty="0">
                <a:latin typeface="Arial" pitchFamily="34" charset="0"/>
                <a:cs typeface="Arial" pitchFamily="34" charset="0"/>
              </a:rPr>
              <a:t> (OpenAI open-weight), served OpenAI-compatible on 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Cerebras+Groq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, round 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robined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per call; local 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Ollama</a:t>
            </a:r>
            <a:r>
              <a:rPr lang="en-US" dirty="0">
                <a:latin typeface="Arial" pitchFamily="34" charset="0"/>
                <a:cs typeface="Arial" pitchFamily="34" charset="0"/>
              </a:rPr>
              <a:t> documented as a fully offline option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 err="1">
                <a:latin typeface="Arial" pitchFamily="34" charset="0"/>
                <a:cs typeface="Arial" pitchFamily="34" charset="0"/>
              </a:rPr>
              <a:t>FastMCP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>
                <a:latin typeface="Arial" pitchFamily="34" charset="0"/>
                <a:cs typeface="Arial" pitchFamily="34" charset="0"/>
              </a:rPr>
              <a:t>MCP server exposing the same 5 tools; 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Pydantic</a:t>
            </a:r>
            <a:r>
              <a:rPr lang="en-US" dirty="0">
                <a:latin typeface="Arial" pitchFamily="34" charset="0"/>
                <a:cs typeface="Arial" pitchFamily="34" charset="0"/>
              </a:rPr>
              <a:t> for strict-JSON decision validation; 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Plotly</a:t>
            </a:r>
            <a:r>
              <a:rPr lang="en-US" dirty="0">
                <a:latin typeface="Arial" pitchFamily="34" charset="0"/>
                <a:cs typeface="Arial" pitchFamily="34" charset="0"/>
              </a:rPr>
              <a:t> for the self-contained offline dashboard;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pandas/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numpy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for metrics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Building model: </a:t>
            </a:r>
            <a:r>
              <a:rPr lang="en-US" dirty="0">
                <a:latin typeface="Arial" pitchFamily="34" charset="0"/>
                <a:cs typeface="Arial" pitchFamily="34" charset="0"/>
              </a:rPr>
              <a:t>shipped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5ZoneAirCooled.idf</a:t>
            </a:r>
            <a:r>
              <a:rPr lang="en-US" dirty="0">
                <a:latin typeface="Arial" pitchFamily="34" charset="0"/>
                <a:cs typeface="Arial" pitchFamily="34" charset="0"/>
              </a:rPr>
              <a:t>, Chicago TMY3 weather, 15-21 July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b="1" u="sng" dirty="0">
                <a:latin typeface="Arial" pitchFamily="34" charset="0"/>
                <a:cs typeface="Arial" pitchFamily="34" charset="0"/>
              </a:rPr>
              <a:t>Methodology: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A70006-A166-45C5-7872-469EEBC2E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56" y="3916467"/>
            <a:ext cx="11430000" cy="26149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23086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13015" y="668130"/>
            <a:ext cx="10765970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 (Measured, not projected):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Runs today on free-tier infrastructure.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168/168 hourly decisions injected, 0 controller errors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165/168 genuine LLM calls, latency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p50 816ms / p95 2120ms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against a 15s watchdog ~7x headroom.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Reliability soak: 14 simulated days (2× the required horizon) with the LLM live throughout- 336/336 decisions injected, 0/336 fell back to the rule schedule, 0 crashes,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latency p50 693ms / p95 1641ms, and 92.9% occupied comfort held across the full 14 days.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Energy figures come from </a:t>
            </a:r>
            <a:r>
              <a:rPr lang="en-GB" sz="16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EnergyPlus's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own meter file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(eplusmtr.csv), not self-reported totals, so the headline can't be doubted.</a:t>
            </a:r>
            <a:endParaRPr lang="en-GB" sz="12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Challenges and risks: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~62% of facility electricity is lighting/plug load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no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setpoint can touch which caps the achievable total-kWh%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Free-tier LLM rate limits: an early run had only 43% genuine LLM participation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LLM could return invalid, slow, or no output mid-run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Naive energy accounting silently over-counted by 16.5%</a:t>
            </a:r>
            <a:endParaRPr lang="en-GB" sz="12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Strategies that resolved each: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Report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HVAC-only % as the honest headline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alongside total- state the ceiling rather than hide it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Measured the actual binding limit per provider (they invert: </a:t>
            </a:r>
            <a:r>
              <a:rPr lang="en-GB" sz="16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Groq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token-bound, Cerebras request-bound) -&gt; per-provider throttles + round-robin took participation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43% -&gt; 98%.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safety supervisor: clamp + watchdog + deterministic fallback. A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100%-fallback run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is shipped as proof the loop survives a total LLM outage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Caught it by reconciling against E+'s own meters; the smoke test now asserts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agreement within 0.5%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as a permanent regression guard (reconciles to 0.00%)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Method, not luck: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Two optimizations (CO₂-gated fan-off, optimal-start pre-heat) 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were built, measured, and reverted when the data showed </a:t>
            </a:r>
            <a:r>
              <a:rPr lang="en-GB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no net benefit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negative results documented, not buried.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69367" y="6412441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63542"/>
            <a:ext cx="109728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Full source: 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https://github.com/mahendra-kausik/eco-loop-building-agents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Architecture doc: 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docs/ARCHITECTURE.md: tool-calling, prompt strategy, latency management, long-log handling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Dashboard: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results/dashboard.html 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Building models: 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models/</a:t>
            </a:r>
            <a:r>
              <a:rPr lang="en-US" sz="16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baseline.idf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+ </a:t>
            </a:r>
            <a:r>
              <a:rPr lang="en-US" sz="16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agent_llm_runtime.idf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/ </a:t>
            </a:r>
            <a:r>
              <a:rPr lang="en-US" sz="16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agent_fallback_runtime.idf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en-GB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actual applied hour-by-hour schedules baked into real IDF objects, diffable against baseline)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Decision log: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results/</a:t>
            </a:r>
            <a:r>
              <a:rPr lang="en-US" sz="16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decision_log.jsonl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(168 decisions with the model's own stated reasoning) + </a:t>
            </a:r>
            <a:r>
              <a:rPr lang="en-US" sz="16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decision_log_llm_unreachable.jsonl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(the 100%-fallback proof run)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Reliability soak log: 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results/decision_log_soak14.jsonl (336 decisions, 14 simulated days, 0 fallbacks) plus the soak strip on results/dashboard.html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634B75-00A7-51A8-B864-E8A2C7315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526968"/>
              </p:ext>
            </p:extLst>
          </p:nvPr>
        </p:nvGraphicFramePr>
        <p:xfrm>
          <a:off x="571500" y="3310500"/>
          <a:ext cx="11048999" cy="3410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3399">
                  <a:extLst>
                    <a:ext uri="{9D8B030D-6E8A-4147-A177-3AD203B41FA5}">
                      <a16:colId xmlns:a16="http://schemas.microsoft.com/office/drawing/2014/main" val="243089259"/>
                    </a:ext>
                  </a:extLst>
                </a:gridCol>
                <a:gridCol w="1654225">
                  <a:extLst>
                    <a:ext uri="{9D8B030D-6E8A-4147-A177-3AD203B41FA5}">
                      <a16:colId xmlns:a16="http://schemas.microsoft.com/office/drawing/2014/main" val="2530782598"/>
                    </a:ext>
                  </a:extLst>
                </a:gridCol>
                <a:gridCol w="1770536">
                  <a:extLst>
                    <a:ext uri="{9D8B030D-6E8A-4147-A177-3AD203B41FA5}">
                      <a16:colId xmlns:a16="http://schemas.microsoft.com/office/drawing/2014/main" val="250388775"/>
                    </a:ext>
                  </a:extLst>
                </a:gridCol>
                <a:gridCol w="3630839">
                  <a:extLst>
                    <a:ext uri="{9D8B030D-6E8A-4147-A177-3AD203B41FA5}">
                      <a16:colId xmlns:a16="http://schemas.microsoft.com/office/drawing/2014/main" val="1470385253"/>
                    </a:ext>
                  </a:extLst>
                </a:gridCol>
              </a:tblGrid>
              <a:tr h="34966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AI closed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59883"/>
                  </a:ext>
                </a:extLst>
              </a:tr>
              <a:tr h="45671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electricity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1100.1 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1003.6 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−8.8%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220451"/>
                  </a:ext>
                </a:extLst>
              </a:tr>
              <a:tr h="35491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HVAC-only electricity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413.7 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317.3 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−23.3%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46436"/>
                  </a:ext>
                </a:extLst>
              </a:tr>
              <a:tr h="3939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Comfort (PMV in band, occupied)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+12.4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021856"/>
                  </a:ext>
                </a:extLst>
              </a:tr>
              <a:tr h="35491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Reheat 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32.9 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3.6 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−89%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193716"/>
                  </a:ext>
                </a:extLst>
              </a:tr>
              <a:tr h="35491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Peak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19.9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19.0 kW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−0.9 kW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779529"/>
                  </a:ext>
                </a:extLst>
              </a:tr>
              <a:tr h="35491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CO₂ (grid-weighted)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663.8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602.2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−61.6 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07878"/>
                  </a:ext>
                </a:extLst>
              </a:tr>
              <a:tr h="35491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Cost @ ₹6/kWh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₹6079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₹5485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−₹594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687370"/>
                  </a:ext>
                </a:extLst>
              </a:tr>
              <a:tr h="35491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Crash-free 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14 sim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336/336, 0 fallback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349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1" y="1476662"/>
            <a:ext cx="10972799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EnergyPlus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documentation &amp; Python Plugin/API guide: energyplus.net (US DOE)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ASHRAE Standard 55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/ </a:t>
            </a: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Fanger PMV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thermal comfort model: the basis of the [−0.5, +0.5] comfort band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Model Context Protocol (MCP)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specification: modelcontextprotocol.io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gpt-oss-120b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(OpenAI open-weight model), served via </a:t>
            </a: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Cerebras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and </a:t>
            </a:r>
            <a:r>
              <a:rPr lang="en-US" sz="2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Groq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OpenAI-compatible APIs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ASHRAE Standard 62.1: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ventilation / CO₂ generation defaults used for the IAQ tracer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7746</TotalTime>
  <Words>1182</Words>
  <Application>Microsoft Office PowerPoint</Application>
  <PresentationFormat>Widescreen</PresentationFormat>
  <Paragraphs>114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Eco-Loop: A Self-Correcting Building That Negotiates Its Own Energy Use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dc:creator>Kausik V</dc:creator>
  <cp:keywords/>
  <dc:description/>
  <cp:lastModifiedBy>Kausik V</cp:lastModifiedBy>
  <cp:revision>159</cp:revision>
  <dcterms:created xsi:type="dcterms:W3CDTF">2013-12-12T18:46:50Z</dcterms:created>
  <dcterms:modified xsi:type="dcterms:W3CDTF">2026-07-26T11:25:08Z</dcterms:modified>
  <cp:category/>
</cp:coreProperties>
</file>